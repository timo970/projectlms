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4" y="18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94D9FF-D7A4-E36B-4DB6-81213921F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A68DF0-D5CD-6C32-A15A-ED26F05F9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B5BA93-0F5E-7E3B-8B4F-027293455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214CC-4C74-4A9F-BD53-09B7522E256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B4C77E-0213-F906-2000-FEFAFF653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71993D-6F04-88B7-272E-3C2107F0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28F0E-85B7-400C-8A0C-38E20875A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047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7E3C96-5ED5-0296-3905-A0C8B3006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4A4B6E-A253-E217-EE14-382B3CAA4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30A0EE-1841-368C-32A4-6411B6E05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214CC-4C74-4A9F-BD53-09B7522E256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7E525D-B29F-B43B-09B6-A4A34DB6E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473EED-F2E5-A6CC-D3DC-8ED0451B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28F0E-85B7-400C-8A0C-38E20875A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168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59116-F278-A7D5-CE62-188796259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90014-9C6D-FD76-1301-D4626AA40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17FEB3-B6AF-DCBD-3DD1-0B4F32B79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214CC-4C74-4A9F-BD53-09B7522E256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9EB779-C46A-F08D-2AED-9BCE2911E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278BB8-9C4B-B579-5286-FF8FD454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28F0E-85B7-400C-8A0C-38E20875A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073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5952FF-B6F6-21B6-ED19-678B51521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5DADA0-6EB6-0BCA-1582-39B3914B4E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554B143-6507-CD8F-89CA-AA5FC7E83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F1332A6-9C09-B5D2-D88F-D10CFA174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214CC-4C74-4A9F-BD53-09B7522E256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76EE82-C614-83CD-3A5C-3535D49BF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0BA64B-A7EB-1E26-3E7D-28B968564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28F0E-85B7-400C-8A0C-38E20875A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4537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6B8B09-3F0A-714A-C5E1-A948450A7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B93CFB4-E19A-AD48-E625-74764272D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FB5C72F-4046-56A7-AEF0-D06B0DE85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C05182-D91B-DFE4-83F5-47AE51E58E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EDB9AC6-0612-0BC2-9260-D94B6D71A5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75C930B-5CCF-00A4-99CA-63CC8BEF5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214CC-4C74-4A9F-BD53-09B7522E256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264011D-BB3F-0DD2-F6EF-D0FE3EB83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A877C36-7998-E003-CB0C-4D8ACF26F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28F0E-85B7-400C-8A0C-38E20875A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041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B2E36-06DC-243F-E83A-53FA86221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C09C48D-1B34-7FE2-41A3-BB3E1009A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214CC-4C74-4A9F-BD53-09B7522E256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5C9D02-7769-A578-90C2-B60297D48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118AA8B-B3AE-322E-FB45-9EBC2A17A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28F0E-85B7-400C-8A0C-38E20875A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897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D888358-DDF8-279D-2B74-A04C26CC3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214CC-4C74-4A9F-BD53-09B7522E256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458DF10-9745-E51B-C241-FAC583299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B1909F-AA63-C0B3-A194-9D24A2B3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28F0E-85B7-400C-8A0C-38E20875A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365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EC451F-2E97-CE11-1854-C3C95205A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1C7CF4-3514-CC6F-DC70-91DBBB526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404D6A-F14A-3E5A-328E-E86AC5B59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01AD80-5EC3-7232-8B04-5C7220F2B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214CC-4C74-4A9F-BD53-09B7522E256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B95F31B-D081-C263-E6CF-85C930D7B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30AD92-9A5D-2505-0C8F-4EF340256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28F0E-85B7-400C-8A0C-38E20875A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3929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A46A78-25BB-DAF9-6A70-56E19B53F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BFA0A45-9809-8DA7-CEB4-FC7BC0A83D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43D0D7-9599-485F-640D-A2D68D552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F753DE-A67A-EB1F-0E66-5199D59B8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214CC-4C74-4A9F-BD53-09B7522E256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699C61-A2CF-1AF6-752C-51C0107A5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4CBD67D-926D-80DB-5D52-E41ECF6C9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28F0E-85B7-400C-8A0C-38E20875A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691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A42350-ADA5-6E39-9327-C85295E36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D5E67A9-B0E7-903D-F5C8-683D14D5D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BA65C0-CE0E-7C2D-CED0-443B5AF83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214CC-4C74-4A9F-BD53-09B7522E256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BD4AF2-21DA-4B0D-D2DE-7D8CD4480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18DBB8-85E8-2C6A-E372-F086BCE9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28F0E-85B7-400C-8A0C-38E20875A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410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9886026-3F4E-6E18-720D-C9882B5450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F76E6A8-1979-93FC-E8DA-C3B26FC98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01BFE4-7959-9762-F400-743A87495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214CC-4C74-4A9F-BD53-09B7522E256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555B12-371C-FAEF-78BE-8991A2207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28FE23-05B6-84B3-B273-A9A197E3F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28F0E-85B7-400C-8A0C-38E20875A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1294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3AB77C-CFAD-9ACA-AA1A-2546AF865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EE1779-E3E5-33F1-02EB-0FA5D5E87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D8C01A-32A7-C995-D021-B93C58E8F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214CC-4C74-4A9F-BD53-09B7522E256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C74F33-665A-29EB-6866-B884DDA856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09AE62-056E-099B-1861-7F883B497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528F0E-85B7-400C-8A0C-38E20875A1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1724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A63C73-FB55-BA08-38AF-FFB9750C9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6963" y="661738"/>
            <a:ext cx="5336006" cy="2069431"/>
          </a:xfrm>
        </p:spPr>
        <p:txBody>
          <a:bodyPr>
            <a:normAutofit fontScale="90000"/>
          </a:bodyPr>
          <a:lstStyle/>
          <a:p>
            <a:r>
              <a:rPr lang="ru-RU" dirty="0"/>
              <a:t>Веб-сайт игрового проекта «The </a:t>
            </a:r>
            <a:r>
              <a:rPr lang="ru-RU" dirty="0" err="1"/>
              <a:t>UnderWorld</a:t>
            </a:r>
            <a:r>
              <a:rPr lang="ru-RU" dirty="0"/>
              <a:t>»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DD580F-9EDE-DFE5-7290-EAC1D5446AB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66963" y="2941555"/>
            <a:ext cx="7212932" cy="3916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3808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Лицо проекта и точка дистрибуции игры.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Доступны версии для Windows 10/11 и Linux.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Разделы: описание игрового процесса, отзывы игроков и гайд по </a:t>
            </a:r>
            <a:r>
              <a:rPr kumimoji="0" lang="ru-RU" altLang="ru-RU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выживани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B35E31-449F-1343-7119-58216EF1C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9895" y="0"/>
            <a:ext cx="4599242" cy="424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909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8C618F-328A-0FF2-BA78-E3AAA7D59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Система входа для пользователей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E538C4-F8C1-C239-4141-ABB18E2D10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2295" y="2373510"/>
            <a:ext cx="8093242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Точка входа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Интерактивная иконка в верхнем левом углу сайта.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Всплывающее меню / окно авторизации.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Поля ввода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ru-RU" altLang="ru-RU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(логин) и пароль.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Ссылка для новых пользователей «Зарегистрироваться».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FB9C15-8C7B-6FC2-D964-BC7720CE7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537" y="2373509"/>
            <a:ext cx="3725776" cy="38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080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C7D912-3B52-CF85-6900-291C2A75A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431"/>
            <a:ext cx="7439526" cy="1325563"/>
          </a:xfrm>
        </p:spPr>
        <p:txBody>
          <a:bodyPr/>
          <a:lstStyle/>
          <a:p>
            <a:r>
              <a:rPr lang="ru-RU" dirty="0"/>
              <a:t>Создание нового аккаунта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8A8BA5-B5C1-D97A-EBED-DC2E265AFD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317" y="2547330"/>
            <a:ext cx="8061158" cy="3362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3808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Перенаправление на отдельную страницу регистрации.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Сбор данных нового пользователя для создания учетной записи.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корректности ввода данных перед отправкой.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A92B77A-E7D0-68A1-4F99-6814AF36C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050" y="2394397"/>
            <a:ext cx="3938025" cy="4463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140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131C0F7-9E74-97E6-407F-E886A322E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562401"/>
            <a:ext cx="8088946" cy="93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3808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базой данных SQLite3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9A69FE-E0E6-D2FE-5FBB-B3CFF775AB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8916" y="1619607"/>
            <a:ext cx="1013460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Встроенная СУБД </a:t>
            </a:r>
            <a:r>
              <a:rPr kumimoji="0" lang="ru-RU" altLang="ru-RU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хранения учетных записей.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Надежность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Быстрая обработка запросов на стороне сервера сайта.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таблицы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Безопасное хранение связок </a:t>
            </a:r>
            <a:r>
              <a:rPr kumimoji="0" lang="ru-RU" altLang="ru-RU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Пароль. </a:t>
            </a:r>
          </a:p>
        </p:txBody>
      </p:sp>
    </p:spTree>
    <p:extLst>
      <p:ext uri="{BB962C8B-B14F-4D97-AF65-F5344CB8AC3E}">
        <p14:creationId xmlns:p14="http://schemas.microsoft.com/office/powerpoint/2010/main" val="13144284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136</Words>
  <Application>Microsoft Office PowerPoint</Application>
  <PresentationFormat>Широкоэкранный</PresentationFormat>
  <Paragraphs>17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Тема Office</vt:lpstr>
      <vt:lpstr>Веб-сайт игрового проекта «The UnderWorld»</vt:lpstr>
      <vt:lpstr>Система входа для пользователей</vt:lpstr>
      <vt:lpstr>Создание нового аккаунта</vt:lpstr>
      <vt:lpstr>Интеграция с базой данных SQLite3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Тимофей Фёдоров</dc:creator>
  <cp:lastModifiedBy>Тимофей Фёдоров</cp:lastModifiedBy>
  <cp:revision>1</cp:revision>
  <dcterms:created xsi:type="dcterms:W3CDTF">2026-05-18T15:08:15Z</dcterms:created>
  <dcterms:modified xsi:type="dcterms:W3CDTF">2026-05-18T15:13:17Z</dcterms:modified>
</cp:coreProperties>
</file>